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MetricMind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DBE5FF"/>
                </a:solidFill>
              </a:defRPr>
            </a:pPr>
            <a:r>
              <a:t>Agentic Semantic BI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Final Project • Requirements-Aligned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BEC8DC"/>
                </a:solidFill>
              </a:defRPr>
            </a:pPr>
            <a:r>
              <a:t>Axlero Solutions • Project 1 •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Shyam • Chetan • Mansi • Yoshita • Himesh • Prashant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1. Project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What Axlero asked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Governed conversational analytics, not only a sales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Problem: unrestricted Text-to-SQL can create wrong joins and inconsistent metrics.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Example: “Why did our European margins drop last quarter?”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2. Required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Source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Cube.dev/dbt semantic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LangChain/Llama 3 agentic orchestration.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Snowflake/Databricks analytical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77056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Next.js + Tremor conversational BI.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3. Four-week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Source development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Week 1: warehouse/modeling + chat scaffolding.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Week 2: semantic definitions + prompts.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Week 3: governance audit + API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77056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Week 4: reasoning + visualizations + cost governance + transparency.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4. Acceptance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Concrete source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Repeated Q3 Revenue should be consistent.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European sales should translate to the correct semantic API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Margin drops should trigger a cost breakdown.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77056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Charts, query limits and API/SQL transparency should be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5. Repository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What is actually in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React + Vite frontend.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FastAPI + Python backend.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MySQL database with factinternetsales and dimensions.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77056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README/API/testing/installation/bug/user-guide documentation.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6. Compliance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Evidence-based, not assumption-based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Semantic layer: not verified as source-compliant.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Agentic orchestration: not verified end-to-end.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Snowflake/Databricks: repository uses MySQL.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77056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Cost governance and traceability: not verified end-to-end.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7. Application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Recorded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Authentication/profile flows exercised.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Dashboard/KPI/chart areas exercised.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Reports, Analytics and Chat areas exist.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77056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Swagger/OpenAPI and runtime evidence are retained.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8. Testing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Historical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14 APIs 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8 passed.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6 failed: Dashboard, Reports and Analytics.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77056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3 high-priority open bugs recorded.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9. Current local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16 August 2026 terminal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Uvicorn stopped with a SyntaxError at backend/app/main.py line 176.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The latest committed devops main.py is syntactically 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Clean check: restore local changes, pull devops, then rerun backend/frontend/API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10. Axlero execution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SOP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Two projects out of three across two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Four week-wise implementations per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GitHub mandatory for non-UI/UX domains.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77056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Final review requires daily GitHub activity for the preceding 20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11.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Documented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Shyam — Team Lead / DevOps /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Chetan — Backend / Agent orchestration.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Mansi — Data / Database / Semantic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77056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Yoshita — UI; Himesh — Frontend; Prashant — QA / Documentation.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4"/>
                </a:solidFill>
              </a:defRPr>
            </a:pPr>
            <a:r>
              <a:t>12. 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8"/>
                </a:solidFill>
              </a:defRPr>
            </a:pPr>
            <a:r>
              <a:t>What the submission proves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Documentation package is complete and requirements-aligned.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Proven: application foundation, authentication, dashboard evidence and repository/testing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1F34"/>
                </a:solidFill>
              </a:defRPr>
            </a:pPr>
            <a:r>
              <a:t>Not proven: full semantic/agentic stack, lakehouse stack, full root-cause workflow, cost governance and traceability.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678"/>
                </a:solidFill>
              </a:defRPr>
            </a:pPr>
            <a:r>
              <a:t>MetricMind • Axlero Solutions •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